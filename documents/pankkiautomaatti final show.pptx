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1B0A191-EFAC-1187-B0AB-2CB7C807D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F7C599B6-CC53-83E2-C52C-487831B79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2E0DCBA-6688-488B-0AF8-995CFEEE7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1D880C9-C859-9FAD-73A8-8AD3931E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6B4D809-817D-3826-26EA-3708C290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469299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1904C62-6BBC-E51D-91E4-B5697EEB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24CA8AB-D159-8D47-7502-96AF010C3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51026C8-2933-6406-3ACB-62B85F64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27BDCBB-C60F-80FF-0595-96FF794F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A16EB24-9EE2-C484-2B5E-326588E3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92010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2AB0873-FFED-9B9C-29E6-76F290CE1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E9E9607-AA46-6558-CD5F-7591F1893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715FC4B-1B72-399B-206E-116FB6FA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75BA6CB-6F48-5C4F-71B2-041B8416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F0A8F59-9D09-0BCB-9E5C-BD328952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32555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59413B2-2776-5616-07D8-790EFBF4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91FDCF6-2FE6-2149-993D-200477EE1B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84FEF156-F5C8-3B19-8C47-2616F3EB3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8AB8A3E0-D699-0DFC-ED1D-C24587ED0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3EE7D71E-88E1-E8C9-C58D-0BEDC08C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A02CF95-AAE2-D457-2EAF-DB490D6B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512748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8D7842A-6543-B44D-C4B3-FC97E4F5C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2546DE45-D7C9-9CA7-E322-E24EC47CC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1ED91F99-4B24-82A9-FC03-2DABE537C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504C2CDB-9C3C-1513-3E91-F0B547AA4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3D0A5970-1C29-6B2F-EE26-7B788FE4F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AE5A5834-1F70-A3AD-92CB-B7B51B3B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6EEB84DC-0ABA-BFB8-DD6C-D4533732D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C13F9587-CE8E-7C94-2973-6D6CD636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06895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002AF56-C940-B760-3DDC-C482C5CC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C2F48FBD-9C97-DD5B-1F1F-BEC502A5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70DD1714-5A7A-18EC-112B-715E1D67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B3161599-55CC-1234-475F-0B174CCF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849747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F2A2C932-ECA6-3B37-7C05-7B155DED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63BDF159-0C08-3044-AC1A-7CEC03C4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AF4560F5-5CBC-BD48-9089-99D7AE44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07551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4CA4FAA-EDCB-4F6A-913F-A8777CC4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A6D9E47-6F7B-F808-6EEC-918D22FBD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EFD4F332-C9C1-8412-1E99-A9A9838EC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2304A2C-55A3-8E41-5F0D-9DAB536A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9FDE4C97-A232-78E2-F225-71A4C724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A0B19D2F-816F-8666-8536-D95AA890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01963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35F0FCA-61E5-B43E-EE3C-44933E7C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0FBBC1F0-096C-23E4-C06E-37846BDCF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0C1FDDC9-DD9F-5CDB-13C7-DB5BB3840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00256D20-B457-402D-D44A-A669A7B4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30F05F4E-0D4B-4A27-D295-CF2A040B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D3A21A95-47A6-5DDB-9277-FC65352F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6348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CD90E96-F043-A665-F06B-B9B7BFAF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5A969585-3561-1F66-078C-9BED7CE45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E6D08ED-94FD-DA65-6BFA-32CDB518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7342626-418C-16BC-51D7-94311BA0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B93FBE13-7CA4-3385-8E30-8A1C1156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72971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6E46731A-AAA8-5274-FE13-55A8C88AA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E8C09E39-897B-2B9F-F58C-3F9CCE381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36819DA-A1A7-A4E7-E883-D713955E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45DD0E7-CB60-D7EA-A99F-8578C0EC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A8DF50A-6D60-0F6B-3E01-D9C7AFE52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38073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A7808321-8D07-75E7-651F-4529DD3F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76D209E2-FE46-0078-6390-D4302DF1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29FDB36-467E-CC09-2D96-44B5B61FE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F72A9-8BB9-4872-B3F5-BD44C7AC82F6}" type="datetimeFigureOut">
              <a:rPr lang="fi-FI" smtClean="0"/>
              <a:t>22.4.2026</a:t>
            </a:fld>
            <a:endParaRPr lang="fi-FI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92745E7-598B-570F-302C-8343BF246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32C1DC97-C214-B7E8-3D1C-34DF260AA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90F60-876B-48E8-8E05-793F9CD5E14D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6450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6609A12-2426-A624-9B92-94AD6AD6D6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Pankkiautomaattiprojekti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32320FD2-26AB-966E-67BB-964934F897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Tehnyt: Luka Huuhtanen, Elias </a:t>
            </a:r>
            <a:r>
              <a:rPr lang="fi-FI" dirty="0" err="1"/>
              <a:t>Lämsä</a:t>
            </a:r>
            <a:r>
              <a:rPr lang="fi-FI" dirty="0"/>
              <a:t>, Oskari Malkamäki ja Ukko Peltola</a:t>
            </a:r>
          </a:p>
        </p:txBody>
      </p:sp>
    </p:spTree>
    <p:extLst>
      <p:ext uri="{BB962C8B-B14F-4D97-AF65-F5344CB8AC3E}">
        <p14:creationId xmlns:p14="http://schemas.microsoft.com/office/powerpoint/2010/main" val="422678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8BAAD29-EDF3-126F-45C7-3E0758D0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Mitä kukin teki?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66F2F75-1CDC-F2FD-D33D-A1CBFD8B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317480" cy="4486275"/>
          </a:xfrm>
        </p:spPr>
        <p:txBody>
          <a:bodyPr/>
          <a:lstStyle/>
          <a:p>
            <a:r>
              <a:rPr lang="fi-FI" dirty="0"/>
              <a:t>Elias – </a:t>
            </a:r>
            <a:r>
              <a:rPr lang="fi-FI" dirty="0" err="1"/>
              <a:t>backend</a:t>
            </a:r>
            <a:r>
              <a:rPr lang="fi-FI" dirty="0"/>
              <a:t> sekä </a:t>
            </a:r>
            <a:r>
              <a:rPr lang="fi-FI" dirty="0" err="1"/>
              <a:t>ux</a:t>
            </a:r>
            <a:r>
              <a:rPr lang="fi-FI" dirty="0"/>
              <a:t>, auttoi </a:t>
            </a:r>
            <a:r>
              <a:rPr lang="fi-FI" dirty="0" err="1"/>
              <a:t>frontendissä</a:t>
            </a:r>
            <a:r>
              <a:rPr lang="fi-FI" dirty="0"/>
              <a:t> ja dokumentoinnissa.</a:t>
            </a:r>
          </a:p>
          <a:p>
            <a:endParaRPr lang="fi-FI" dirty="0"/>
          </a:p>
          <a:p>
            <a:r>
              <a:rPr lang="fi-FI" dirty="0"/>
              <a:t>Luka – serveri, </a:t>
            </a:r>
            <a:r>
              <a:rPr lang="fi-FI" dirty="0" err="1"/>
              <a:t>backend</a:t>
            </a:r>
            <a:r>
              <a:rPr lang="fi-FI" dirty="0"/>
              <a:t>, dokumentointi, auttoi </a:t>
            </a:r>
            <a:r>
              <a:rPr lang="fi-FI" dirty="0" err="1"/>
              <a:t>frontendissä</a:t>
            </a:r>
            <a:r>
              <a:rPr lang="fi-FI" dirty="0"/>
              <a:t>.</a:t>
            </a:r>
          </a:p>
          <a:p>
            <a:endParaRPr lang="fi-FI" dirty="0"/>
          </a:p>
          <a:p>
            <a:r>
              <a:rPr lang="fi-FI" dirty="0"/>
              <a:t>Ukko – </a:t>
            </a:r>
            <a:r>
              <a:rPr lang="fi-FI" dirty="0" err="1"/>
              <a:t>frontend</a:t>
            </a:r>
            <a:r>
              <a:rPr lang="fi-FI" dirty="0"/>
              <a:t>, ui ja dokumentit koskien </a:t>
            </a:r>
            <a:r>
              <a:rPr lang="fi-FI" dirty="0" err="1"/>
              <a:t>frontendiä</a:t>
            </a:r>
            <a:r>
              <a:rPr lang="fi-FI" dirty="0"/>
              <a:t>.</a:t>
            </a:r>
          </a:p>
          <a:p>
            <a:pPr marL="0" indent="0">
              <a:buNone/>
            </a:pPr>
            <a:r>
              <a:rPr lang="fi-FI" dirty="0"/>
              <a:t> </a:t>
            </a:r>
          </a:p>
          <a:p>
            <a:r>
              <a:rPr lang="fi-FI" dirty="0"/>
              <a:t>Oskari – </a:t>
            </a:r>
            <a:r>
              <a:rPr lang="fi-FI" dirty="0" err="1"/>
              <a:t>frontend</a:t>
            </a:r>
            <a:r>
              <a:rPr lang="fi-FI" dirty="0"/>
              <a:t>, ui ja dokumentointi koskien </a:t>
            </a:r>
            <a:r>
              <a:rPr lang="fi-FI" dirty="0" err="1"/>
              <a:t>frontendiä</a:t>
            </a:r>
            <a:r>
              <a:rPr lang="fi-FI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8889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DD4A916-64BE-6FD2-A8ED-76A2F96E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Mikä oli hyvää ja mikä huonoa? 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6DFD2CE-3F01-3192-4C8D-7B3317BC55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Tietokanta ja </a:t>
            </a:r>
            <a:r>
              <a:rPr lang="fi-FI" dirty="0" err="1"/>
              <a:t>backend</a:t>
            </a:r>
            <a:r>
              <a:rPr lang="fi-FI" dirty="0"/>
              <a:t> serverillä. </a:t>
            </a:r>
          </a:p>
          <a:p>
            <a:r>
              <a:rPr lang="fi-FI" dirty="0"/>
              <a:t>Yhteistyö hyvää.</a:t>
            </a:r>
          </a:p>
          <a:p>
            <a:r>
              <a:rPr lang="fi-FI" dirty="0"/>
              <a:t>Lopputulos toimiva.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4B46F37F-D77E-6028-66B2-CEE8E6230D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dirty="0"/>
              <a:t>Oskarin </a:t>
            </a:r>
            <a:r>
              <a:rPr lang="fi-FI" dirty="0" err="1"/>
              <a:t>Qt</a:t>
            </a:r>
            <a:r>
              <a:rPr lang="fi-FI" dirty="0"/>
              <a:t> ei toiminut koko projektin aikana.</a:t>
            </a:r>
          </a:p>
          <a:p>
            <a:r>
              <a:rPr lang="fi-FI" dirty="0"/>
              <a:t>Vastuualueet jakautuivat turhan selvästi jäsenten kesken.</a:t>
            </a:r>
          </a:p>
        </p:txBody>
      </p:sp>
    </p:spTree>
    <p:extLst>
      <p:ext uri="{BB962C8B-B14F-4D97-AF65-F5344CB8AC3E}">
        <p14:creationId xmlns:p14="http://schemas.microsoft.com/office/powerpoint/2010/main" val="182077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23B3DCB-FAB8-5144-39EB-991972B1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Arvosanataulukot</a:t>
            </a:r>
          </a:p>
        </p:txBody>
      </p:sp>
      <p:pic>
        <p:nvPicPr>
          <p:cNvPr id="6" name="Sisällön paikkamerkki 5">
            <a:extLst>
              <a:ext uri="{FF2B5EF4-FFF2-40B4-BE49-F238E27FC236}">
                <a16:creationId xmlns:a16="http://schemas.microsoft.com/office/drawing/2014/main" id="{A08F28D2-FD66-8E63-D666-B09E2D1D61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49970"/>
            <a:ext cx="5181600" cy="3302648"/>
          </a:xfrm>
          <a:prstGeom prst="rect">
            <a:avLst/>
          </a:prstGeom>
        </p:spPr>
      </p:pic>
      <p:pic>
        <p:nvPicPr>
          <p:cNvPr id="8" name="Sisällön paikkamerkki 7">
            <a:extLst>
              <a:ext uri="{FF2B5EF4-FFF2-40B4-BE49-F238E27FC236}">
                <a16:creationId xmlns:a16="http://schemas.microsoft.com/office/drawing/2014/main" id="{AAF9DB9B-F058-378F-BF7E-D4FBD11318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57834" y="1825625"/>
            <a:ext cx="28103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2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95</Words>
  <Application>Microsoft Office PowerPoint</Application>
  <PresentationFormat>Laajakuva</PresentationFormat>
  <Paragraphs>17</Paragraphs>
  <Slides>4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Office-teema</vt:lpstr>
      <vt:lpstr>Pankkiautomaattiprojekti</vt:lpstr>
      <vt:lpstr>Mitä kukin teki?</vt:lpstr>
      <vt:lpstr>Mikä oli hyvää ja mikä huonoa? </vt:lpstr>
      <vt:lpstr>Arvosanataulukot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Ukko Peltola</dc:creator>
  <cp:lastModifiedBy>Ukko Peltola</cp:lastModifiedBy>
  <cp:revision>1</cp:revision>
  <dcterms:created xsi:type="dcterms:W3CDTF">2026-04-22T10:20:10Z</dcterms:created>
  <dcterms:modified xsi:type="dcterms:W3CDTF">2026-04-22T11:32:42Z</dcterms:modified>
</cp:coreProperties>
</file>